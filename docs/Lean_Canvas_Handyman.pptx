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que conecta hogares con profesionales verificados del mantenimiento · Ciudad de Guatemala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Inseguridad: abrir la casa a un desconocido sin saber quién es ni si tiene antecedentes.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a ciegas: no sé cuánto debería costar; aparecen cobros extra a mitad del trabajo.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queda mal, no hay a quién reclamar: el técnico no vuelve y no hay garantía. En una emergencia (fuga, corto), no encuentro a nadie rápido.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ALTERNATIVAS HOY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7472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a boca y grupos de WhatsApp del condominio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 maestro de siempre” (si está disponible)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 Facebook y anuncios en postes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instalación de tiendas (caros y limitados)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2931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4371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4371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4411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6083" y="137160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con identidad y antecedentes verificados; carné con QR que el cliente escanea al llegar.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Cotizaciones comparables, precio y alcance congelados y pago retenido hasta aprobar con fotos.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(30–90 días), soporte con agente y mediación, y botón de emergencia.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02931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4371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4371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014411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CLAVE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76083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con 1.ª cotización en &lt; 4 h (liquidez)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solicitud → orden (meta ≥ 35 %)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 a 90 días (meta ≥ 30 %)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&lt; 5 % de órdenes; 90 % resueltos en plazo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 en emergencias &lt; 60 min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&lt; Q 50 (se recupera con la 1.ª orden)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31542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2982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2982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43022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ÚNICA DE VALOR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68702" y="1463040"/>
            <a:ext cx="2054291" cy="146304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32710" y="1508760"/>
            <a:ext cx="192627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“Profesionales verificados en tu casa, con precio acordado antes de empezar y garantía por escrito.”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41270" y="3017520"/>
            <a:ext cx="2109155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quién entra (QR), cuánto vas a pagar (cotización congelada) y a quién acudir si algo falla (agente y garantía). Tu dinero se libera solo cuando apruebas el trabajo.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41270" y="4343400"/>
            <a:ext cx="21091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Concepto: “la tranquilidad de un maestro de confianza, con respaldo de una empresa”.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260153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1593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51593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671633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VENTAJA ESPECIAL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33305" y="1371600"/>
            <a:ext cx="2182307" cy="134874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local de profesionales verificados con historial de reseñas y garantías cumplidas (efecto de red por zona).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propios de precios reales por oficio y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de Artefacto Creativo, S.A.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369881" y="2702052"/>
            <a:ext cx="210915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en construcción: se vuelve defendible con volumen.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260153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51593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1593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671633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33305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 de condominios y edificios (QR en áreas comunes, comunicado a residentes).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Búsqueda y Maps (“plomero zona 10”) y Meta Ads por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Referidos: Q 50 de crédito por recomendar. WhatsApp Business.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INTECAP, ferreterías y distribuidoras de materiales.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9588764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680204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80204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000244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SEGMENTO DE CLIENTES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661916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hogares de nivel medio y medio-alto de la Ciudad de Guatemala (zonas 10, 14, 15, 16 y Carretera a El Salvador), decisores de 30 a 60 años con poco tiempo.</a:t>
            </a:r>
            <a:endParaRPr lang="en-US" sz="90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técnicos independientes con experiencia (plomería, electricidad, cerrajería…) que buscan clientes formales.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698492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EARLY ADOPTERS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661916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Residentes de condominios y apartamentos recién mudados, sin “su maestro”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45–60 años que ya vivieron una mala experiencia con un técnico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de condominios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74320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85800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COSTOS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11480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Fijos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65760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hosting, base de datos, dominio, mensajería (SMS/WhatsApp)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soporte y verificación (1–2 agentes)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constitución, términos, protección de datos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230804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185084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(4.5 % con tarjeta; transferencia sin costo)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y adquisición (CAC)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penales y policíacos por profesional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garantía: 2 % de cada orden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095848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87288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7288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507328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FLUJO DE INGRESOS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33008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lanzamiento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187288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del 12 % al profesional por trabajo pagado en la plataforma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servicio y garantía al cliente: Q 15 por orden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Emergencias: visita a Q 150 fijo (25 % para Handyman)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052331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Después (6+ meses)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9006611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 destacado”: Q 199 al mes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 hogar con mantenimiento preventivo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con condominios y oficinas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274320" y="6675120"/>
            <a:ext cx="1164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llenado sugerido: 1 Problema → 2 Clientes → 3 Propuesta → 4 Solución → 5 Canales → 6 Ingresos → 7 Costos → 8 Métricas → 9 Ventaja. Horizonte: próximos 3 a 6 meses.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bloque es una hipótesis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“Creemos que…” → cómo lo probamos → qué número lo confirma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5743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66160"/>
                <a:gridCol w="3749040"/>
                <a:gridCol w="2907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Bloque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Creemos que…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Cómo lo probamos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Criterio de éxito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la mayor barrera para contratar un técnico es la desconfianza, más que el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Validado en parte: 4 de 4 entrevistados valoraron la confianza, el perfil y la garantía. Ampliar a 20 entrevistas en condominios.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70 % menciona seguridad o garantía entre sus 2 principales preocupaciones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Clientes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residentes de condominios de zonas 10 a 16 son los primeros en adoptar.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con 2 administraciones de condominio: QR en áreas comunes y comunicado a residentes.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8 % de los hogares del condominio publica una solicitud en 30 días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Propuesta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“precio acordado + garantía escrita” convence más que “el más barato”.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A/B de anuncios en Meta: mensaje de garantía vs. mensaje de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mensaje de garantía logra ≥ 30 % más clics a solicitud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Solución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QR al llegar y el pago retenido reducen el miedo a abrir la puerta.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corta al cerrar cada orden del piloto.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dice sentirse “más seguro que con un técnico recomendado”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cliente acepta pagar Q 15 por la garantía y el profesional ceder 12 %.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Cobrar desde la primera orden del piloto y medir abandono en el pago.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Abandono en el pago &lt; 15 %; ≥ 70 % de profesionales sigue activo al 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Canales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condominios y Google (búsqueda por zona) traen clientes más baratos que redes sociales.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el mismo presupuesto (Q 1,500) a cada canal durante 4 semanas.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ganador con CAC &lt; Q 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Emergencias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una visita a precio fijo con llegada en menos de 1 hora resuelve la urgencia.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Activar emergencias de plomería y electricidad en 3 zonas, con 6 profesionales “disponibles ahora”.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de emergencias con profesional asignado en &lt; 15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626364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piloto (3 a 6 meses): reemplazar estas suposiciones por hechos validados con clientes reales antes de invertir en expansión.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Economía de una orden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del administrador: ¿cuánto deja cada trabajo y cuánto podemos gastar para conseguir un cliente?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 promedio (precio acordado)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1,000.00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Comisión Handyman (12 %)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120.00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servicio y garantía (cliente)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15.00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(4.5 % si paga con tarjeta, 70 % de los casos)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31.97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 (2 % del trabajo)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20.00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de contribución por orden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5A5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83.03</a:t>
                      </a:r>
                      <a:endParaRPr lang="en-US" sz="16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040880" y="123444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78040" y="12344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83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915400" y="1234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orden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40880" y="2331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78040" y="233172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Q 50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15400" y="233172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máximo para conseguir un cliente (CAC)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342900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78040" y="3429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orden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915400" y="3429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 el CAC: el 76.2 % contrata solo 1 o 2 trabajos al año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452628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78040" y="4526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57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15400" y="45262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al mes para cubrir Q 4,700 de costos fijos (punto de equilibrio)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457200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del piloto (a validar): trabajo promedio de Q 1,000, porque el 47.6 % de la encuesta pagó entre Q 500 y Q 1,500 por su último trabajo; comisión de 12 % que sale del margen del profesional, porque el 61.9 % de los clientes no pagaría más de 10 % extra; costos fijos de Q 4,700 al mes (agente a medio tiempo con salario mínimo 2026, plataforma, marketing y contabilidad), porque la oficina la aporta Artefacto Creativo; pasarela de 4.5 % solo con tarjeta, porque la transferencia no tiene costo. Las emergencias suman Q 37.50 por visita.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en el MVP académico; las cifras son hipótesis para la validación.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Lean Canvas · Handyman</dc:title>
  <dc:subject>PptxGenJS Presentation</dc:subject>
  <dc:creator>PptxGenJS</dc:creator>
  <cp:lastModifiedBy>PptxGenJS</cp:lastModifiedBy>
  <cp:revision>1</cp:revision>
  <dcterms:created xsi:type="dcterms:W3CDTF">2026-10-29T01:32:36Z</dcterms:created>
  <dcterms:modified xsi:type="dcterms:W3CDTF">2026-10-29T01:32:36Z</dcterms:modified>
</cp:coreProperties>
</file>